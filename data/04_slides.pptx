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</a:rPr>
              <a:t>Nimbus Product Launch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</a:rPr>
              <a:t>Prepared by Team Kestrel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Key Targets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Q3 Target: 1,250 units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Launch city: Hyderabad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Budget: ₹7.5 lakh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Team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Lead: Arjun Mehta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Design: Priya Nair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Sales: Farhan Qureshi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</a:rPr>
              <a:t>Pricing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Price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Users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Basic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₹499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Pro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₹1,299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Enterprise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₹4,999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2026-10-12T06:10:49Z</dcterms:created>
  <dcterms:modified xsi:type="dcterms:W3CDTF">2026-10-12T06:10:49Z</dcterms:modified>
</cp:coreProperties>
</file>